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266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899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7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822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0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739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13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34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58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554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56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164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310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526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188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118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531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552B104-9D0A-40DD-BA7E-275D535F0AA3}" type="datetimeFigureOut">
              <a:rPr lang="en-IN" smtClean="0"/>
              <a:t>15-07-2026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9627A1D-4743-4013-96B3-53D5A78FDB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598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6CA92-6A08-1291-813F-101EC4E296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109133"/>
            <a:ext cx="8825658" cy="2677648"/>
          </a:xfrm>
        </p:spPr>
        <p:txBody>
          <a:bodyPr/>
          <a:lstStyle/>
          <a:p>
            <a:r>
              <a:rPr lang="en-IN" dirty="0"/>
              <a:t>Artificial Intelligence for Network Traffic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C3B97-7B7C-8860-53C3-722EB2D3E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1022" y="4100047"/>
            <a:ext cx="8825658" cy="861420"/>
          </a:xfrm>
        </p:spPr>
        <p:txBody>
          <a:bodyPr/>
          <a:lstStyle/>
          <a:p>
            <a:r>
              <a:rPr lang="en-IN" dirty="0"/>
              <a:t>Assessment 3 Co-1 technical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222E0-E514-0612-97C9-BA84344FEF03}"/>
              </a:ext>
            </a:extLst>
          </p:cNvPr>
          <p:cNvSpPr txBox="1"/>
          <p:nvPr/>
        </p:nvSpPr>
        <p:spPr>
          <a:xfrm>
            <a:off x="8449733" y="4961467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KAVINILAVU S</a:t>
            </a:r>
          </a:p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192565038</a:t>
            </a:r>
          </a:p>
        </p:txBody>
      </p:sp>
    </p:spTree>
    <p:extLst>
      <p:ext uri="{BB962C8B-B14F-4D97-AF65-F5344CB8AC3E}">
        <p14:creationId xmlns:p14="http://schemas.microsoft.com/office/powerpoint/2010/main" val="54674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1D935-D669-B3B7-66EA-51462019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2E1E8-61BD-4477-664C-94CB1AED0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026" y="2362201"/>
            <a:ext cx="9203267" cy="47884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cs typeface="Times New Roman" panose="02020603050405020304" pitchFamily="18" charset="0"/>
              </a:rPr>
              <a:t>What is Network Traffic Management?</a:t>
            </a:r>
            <a:br>
              <a:rPr lang="en-IN" dirty="0">
                <a:cs typeface="Times New Roman" panose="02020603050405020304" pitchFamily="18" charset="0"/>
              </a:rPr>
            </a:br>
            <a:endParaRPr lang="en-IN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cs typeface="Times New Roman" panose="02020603050405020304" pitchFamily="18" charset="0"/>
              </a:rPr>
              <a:t>1.Network traffic management controls the flow of data across network. </a:t>
            </a:r>
            <a:br>
              <a:rPr lang="en-IN" dirty="0">
                <a:cs typeface="Times New Roman" panose="02020603050405020304" pitchFamily="18" charset="0"/>
              </a:rPr>
            </a:br>
            <a:endParaRPr lang="en-IN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cs typeface="Times New Roman" panose="02020603050405020304" pitchFamily="18" charset="0"/>
              </a:rPr>
              <a:t>2.It ensures efficient use of network resources. </a:t>
            </a:r>
            <a:br>
              <a:rPr lang="en-IN" dirty="0">
                <a:cs typeface="Times New Roman" panose="02020603050405020304" pitchFamily="18" charset="0"/>
              </a:rPr>
            </a:br>
            <a:endParaRPr lang="en-IN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cs typeface="Times New Roman" panose="02020603050405020304" pitchFamily="18" charset="0"/>
              </a:rPr>
              <a:t>3.Traditional methods use fixed rules and manual configurations. </a:t>
            </a:r>
            <a:br>
              <a:rPr lang="en-IN" dirty="0">
                <a:cs typeface="Times New Roman" panose="02020603050405020304" pitchFamily="18" charset="0"/>
              </a:rPr>
            </a:br>
            <a:endParaRPr lang="en-IN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cs typeface="Times New Roman" panose="02020603050405020304" pitchFamily="18" charset="0"/>
              </a:rPr>
              <a:t>4.Artificial Intelligence (AI) makes traffic management smarter by learning network patterns and making automatic decisions.</a:t>
            </a:r>
            <a:br>
              <a:rPr lang="en-IN" dirty="0">
                <a:cs typeface="Times New Roman" panose="02020603050405020304" pitchFamily="18" charset="0"/>
              </a:rPr>
            </a:br>
            <a:endParaRPr lang="en-IN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33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F7B6-6A88-4B2A-475C-9B882667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706964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AI Works in Network Traffic Management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E8229-8564-518A-14FC-052590302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Network Traffic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Collect Network Data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AI/ML Analysis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4.Traffic Prediction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Automatic Routing &amp; Resource Allocation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6.Improved Network Performance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DA8FF-A26B-090D-927D-68CC6BDB2788}"/>
              </a:ext>
            </a:extLst>
          </p:cNvPr>
          <p:cNvSpPr txBox="1"/>
          <p:nvPr/>
        </p:nvSpPr>
        <p:spPr>
          <a:xfrm>
            <a:off x="1154954" y="510636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Techniques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(DL)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</a:t>
            </a:r>
          </a:p>
        </p:txBody>
      </p:sp>
    </p:spTree>
    <p:extLst>
      <p:ext uri="{BB962C8B-B14F-4D97-AF65-F5344CB8AC3E}">
        <p14:creationId xmlns:p14="http://schemas.microsoft.com/office/powerpoint/2010/main" val="310106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FAD2-DC84-009C-C56C-DF6B7D5DA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84336"/>
          </a:xfrm>
        </p:spPr>
        <p:txBody>
          <a:bodyPr/>
          <a:lstStyle/>
          <a:p>
            <a:r>
              <a:rPr lang="en-IN" dirty="0">
                <a:latin typeface="+mn-lt"/>
              </a:rPr>
              <a:t>Advantages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5B5FC-2F85-F403-C507-7C3A5B3C3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757045"/>
            <a:ext cx="3304368" cy="38042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cs typeface="Times New Roman" panose="02020603050405020304" pitchFamily="18" charset="0"/>
              </a:rPr>
              <a:t>Advantages</a:t>
            </a:r>
          </a:p>
          <a:p>
            <a:r>
              <a:rPr lang="en-IN" sz="1600" dirty="0">
                <a:cs typeface="Times New Roman" panose="02020603050405020304" pitchFamily="18" charset="0"/>
              </a:rPr>
              <a:t>Reduces network congestion </a:t>
            </a:r>
          </a:p>
          <a:p>
            <a:r>
              <a:rPr lang="en-IN" sz="1600" dirty="0">
                <a:cs typeface="Times New Roman" panose="02020603050405020304" pitchFamily="18" charset="0"/>
              </a:rPr>
              <a:t>Improves bandwidth utilization </a:t>
            </a:r>
          </a:p>
          <a:p>
            <a:r>
              <a:rPr lang="en-IN" sz="1600" dirty="0">
                <a:cs typeface="Times New Roman" panose="02020603050405020304" pitchFamily="18" charset="0"/>
              </a:rPr>
              <a:t>Detects anomalies and cyber threats </a:t>
            </a:r>
          </a:p>
          <a:p>
            <a:r>
              <a:rPr lang="en-IN" sz="1600" dirty="0">
                <a:cs typeface="Times New Roman" panose="02020603050405020304" pitchFamily="18" charset="0"/>
              </a:rPr>
              <a:t>Enables faster fault detection </a:t>
            </a:r>
          </a:p>
          <a:p>
            <a:r>
              <a:rPr lang="en-IN" sz="1600" dirty="0">
                <a:cs typeface="Times New Roman" panose="02020603050405020304" pitchFamily="18" charset="0"/>
              </a:rPr>
              <a:t>Supports real-time decision making </a:t>
            </a:r>
          </a:p>
          <a:p>
            <a:endParaRPr lang="en-IN" sz="1600" dirty="0"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D35AA8-E6C0-C3A3-6FCD-B115021E5449}"/>
              </a:ext>
            </a:extLst>
          </p:cNvPr>
          <p:cNvSpPr txBox="1"/>
          <p:nvPr/>
        </p:nvSpPr>
        <p:spPr>
          <a:xfrm>
            <a:off x="5816600" y="2717800"/>
            <a:ext cx="3699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A5FD1C-6F7D-7165-FAE3-EE677E563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432" y="2757045"/>
            <a:ext cx="3304368" cy="294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4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1EBB-C306-2F48-B691-38D71CEC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AI and the OSI Model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6AB2DA-443D-3A06-C0F5-752110501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194533"/>
              </p:ext>
            </p:extLst>
          </p:nvPr>
        </p:nvGraphicFramePr>
        <p:xfrm>
          <a:off x="1187449" y="2940050"/>
          <a:ext cx="8761414" cy="2743200"/>
        </p:xfrm>
        <a:graphic>
          <a:graphicData uri="http://schemas.openxmlformats.org/drawingml/2006/table">
            <a:tbl>
              <a:tblPr/>
              <a:tblGrid>
                <a:gridCol w="4380707">
                  <a:extLst>
                    <a:ext uri="{9D8B030D-6E8A-4147-A177-3AD203B41FA5}">
                      <a16:colId xmlns:a16="http://schemas.microsoft.com/office/drawing/2014/main" val="916166951"/>
                    </a:ext>
                  </a:extLst>
                </a:gridCol>
                <a:gridCol w="4380707">
                  <a:extLst>
                    <a:ext uri="{9D8B030D-6E8A-4147-A177-3AD203B41FA5}">
                      <a16:colId xmlns:a16="http://schemas.microsoft.com/office/drawing/2014/main" val="30248247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OSI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AI Contribution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090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Improves application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917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Optimizes traffic flow and congestion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156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Intelligent routing and path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452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Detects transmission errors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57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Physical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Predicts link failures and signal degradation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767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354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602A-57B1-05E3-65BB-0DFFEE7D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8E8F1-DDDA-A7D1-009A-6C7521795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AI is transforming modern network management. </a:t>
            </a:r>
          </a:p>
          <a:p>
            <a:r>
              <a:rPr lang="en-IN" dirty="0"/>
              <a:t>It predicts congestion before it occurs. </a:t>
            </a:r>
          </a:p>
          <a:p>
            <a:r>
              <a:rPr lang="en-IN" dirty="0"/>
              <a:t>It automatically optimizes routing and bandwidth usage. </a:t>
            </a:r>
          </a:p>
          <a:p>
            <a:r>
              <a:rPr lang="en-IN" dirty="0"/>
              <a:t>AI improves security, reliability, and Quality of Service (QoS). </a:t>
            </a:r>
          </a:p>
          <a:p>
            <a:r>
              <a:rPr lang="en-IN" dirty="0"/>
              <a:t>It is a key technology for future networks such as 6G, IoT, and cloud computing.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9643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</TotalTime>
  <Words>250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Ion Boardroom</vt:lpstr>
      <vt:lpstr>Artificial Intelligence for Network Traffic Management</vt:lpstr>
      <vt:lpstr>Introduction </vt:lpstr>
      <vt:lpstr>How AI Works in Network Traffic Management</vt:lpstr>
      <vt:lpstr>Advantages and Applications</vt:lpstr>
      <vt:lpstr>AI and the OSI Model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Kavinilavu Selladurai</dc:creator>
  <cp:lastModifiedBy>Kavinilavu Selladurai</cp:lastModifiedBy>
  <cp:revision>1</cp:revision>
  <dcterms:created xsi:type="dcterms:W3CDTF">2026-07-16T05:30:46Z</dcterms:created>
  <dcterms:modified xsi:type="dcterms:W3CDTF">2026-07-16T05:48:22Z</dcterms:modified>
</cp:coreProperties>
</file>